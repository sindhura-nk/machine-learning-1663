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3" r:id="rId5"/>
    <p:sldId id="262" r:id="rId6"/>
    <p:sldId id="261" r:id="rId7"/>
    <p:sldId id="260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1" roundtripDataSignature="AMtx7mhpXCEK1lUjZV6Zk+Hfag8bW8OX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11.62791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2-05T04:25:45.5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11359 6473 0,'36'0'203,"140"0"-172,-88 0-15,0 18-1,-52-18-15,123 0 32,-107 0-17,19 0 17,-18 0-1,0 0-16,-36 0 32</inkml:trace>
  <inkml:trace contextRef="#ctx0" brushRef="#br0" timeOffset="1177.07">13829 6438 0,'18'0'203,"34"0"-188,37 18 1,16-1 0,-52-17 15,-35 0 0,0 18-15,-1-18-1,1 0 32</inkml:trace>
  <inkml:trace contextRef="#ctx0" brushRef="#br0" timeOffset="2632.91">17092 6509 0,'247'0'203,"-35"0"-187,17 0 15,-194 0-15,-17 0-1,17 0 17,-17 0-17,17 0 1,0 0 15,-17 0-15,0 0 15</inkml:trace>
  <inkml:trace contextRef="#ctx0" brushRef="#br0" timeOffset="4126.21">20585 6368 0,'17'0'219,"107"0"-203,-71 0-16,176 0 31,-123 0 0,-89 0-15,1 0-1,0 0 17,-1 0-17,19 0 16,-19 0 16,-34-36-15,-1 36-17</inkml:trace>
  <inkml:trace contextRef="#ctx0" brushRef="#br0" timeOffset="5691.36">13564 6385 0,'18'0'187,"17"18"-171,142 17 15,-107-17-15,-52-18-16,17 0 15,36 17 17,-54-17-17,19 0 1,34 0 15,-35 0-15,-17 0-1,35 0 17,-35 0 46,-1-17-47</inkml:trace>
  <inkml:trace contextRef="#ctx0" brushRef="#br0" timeOffset="37548.86">9472 4674 0,'-123'18'204,"-36"70"-173,106-35-16,35-18 1,-17 36 0,-18-18-1,18 17 1,35-34-16,-53 87 16,53-88-1,-35 54 1,35-54-1,0 18 1,0-36 0,0 72-1,0-54 1,17 53 0,-17-53-1,18 18 1,0-17-1,17 34 1,-18 1 0,1-36-1,35 18 1,35 53 0,-35-71-1,0 0 1,18 18-1,-36-18 1,18-17 0,0 0-1,0-1 1,123-17 0,-35-35-1,0 0 1,89-89-1,-178 89 1,19-36 0,-53 54-1,-1-36 1,1 35 0,-18-17-1,0 0-15,0 17 16,35-52-1,-35 34-15,0-87 16,-17-1 0,17 71-16,0 18 15,-18-35 1,0-19 0,-17 36-1,-36-35 1,-87-106-1,87 124 1,-17-36 0,17 53-1,1 0 1,-1 0 0,1 18-1,-1 0 1,36 35-1,-89-18 1,19 18 0,-1 0-1,53 18 1,-35-1 0,70 1-1,0 35 1,-52 35-1,52-53 1,1 18 0,17-35-1,0 17 1,0-17 0,0-1-1,0 1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11.62791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2-05T04:45:54.51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16140 6862 0,'0'-36'187,"17"-123"-171,36-70 15,-18 70-15,-17 107-16,17-178 31,-17 71 0,0 142-31,-1-71 31,19-18 1,-36 18-17,0 35 1,0 0 15,0 17-15,0 1 15,0 18 0,52 17 0,1 0-15,177 0 15,316 17 1,-334-17-17,247 0 16,-265 0-15,0 0 0,211 0 15,-210 0-15,-19 0-1,230-35 16,-353 35-15,-1 0 0,72-18 15,-89 18-15,53 0 15,-17 18 0,-53 0-15,-1 17 15,1 0-15,-1 53-1,1 71 16,-18 17-15,0-105-16,18 123 31,-1 124 1,-17-283-17,0 212 16,0-159 1,0-17-1,0-54 16,0 1-16,-17-18 16,-160-35-16,-34 17 0,-442 0 1,424 1-17,-18 17 17,194 0-32,-53 0 15,-53 0 1,-282 17 15,194 1-15,194-18-1,-52 18 1,-142 52 15,70-52-15,36-1 15,53-17-15,35 0-1,-70-17 1,34 17 15,37 0 0,-1-18 1,35 18-1,0-18 16,18 1-16,-17-18 0,17-1 1,0 19-17,-18-72 1,18-87 15,0 123-15,-35-123-1,35 88 17,0 70-17,0-88 1,0 35 15,0 54-15,0-1-1,17-35 1,1 53 0,282-53 15,300 36 0,-406 17-15,141 0-1,-18 0 1,195 0 0,-406 0-1,123 0 1,-70 0-1,35 0 1,-159 0 0,53 0-1,-70 0 1,35 0 0,-36 0-1,1 0 1,-18 17-1,0 1 1,-88 17 15,-36 1-15,-387 87 0,-812 195-1,741-266 16,423-52-15,89 18-16,-107-18 31,142 0-15,-18 0 0,0-18-1,0 18 16,35 0 16,1 0-15,17-17 14,17 17-14,1-18-17,53 1 1,564-54 0,-406 53-1,194-17 1,-264 35-16,-18-18 15,335 1 1,-370 17 0,53 0-1,0 0 1,17 0 0,-105 0-1,-18 0 1,-18 0-1,0 0 1,18 0 0,-18 17-1,-17-17 1,35 18 0,-53 0-1,18-1 1,-89 19-1,-88-1 1,-105 0 0,-54 36-1,-17-54 1,-247 1 0,406-18-1,70 0 1,-18 0-1,107 0 1,-19 0 0,19 0 15,-1 0-15,0 0 15,54 0 47,52-18-62,265 18-1,-106 0 1,105 0-1,248 18 1,-406 0 0,-17-1-1,-107 1 1,106 0 15,-140-18 0,-1 0 1,-17 0 46,-18-36-47,17 1 0,1 35-31,-18-18 16,18-17 0,52-88 15,-35 52-16,-17 18 17,0 36-1,-1-36-15,-17 0 15,0 35-16,-17-17 1,-495-106 15,54 123-15,175 18 0,-17 35 15,124 18 0,-212 71 0,282-89-15,0-17 0,-193 87 15,175-69-16,-88 17 17,124-36-1,71-17-15,-1 0 15,0 0-16,1-17 48,34 105 218,-17-18-250,18-34 1,17-19-1,-17-17 0,17 0 0,36-17-15,387-89 15,-281 71-15,17 17 0,247 0 15,-336 18-16,72 0 17,105 0-1,-88 0-15,71 0 15,-212 0-31,35 0 15,18 0 1,-53 0 15,-1 0 1,-34 0-1,0 0 0,-1 0 63,1-35-63,0 35-31,123-35 31,53 17 1,-141 18-17,17 0 16,-34 0-15,-36 18 0,17-18 15,-211-159 0,35 35-15,-193-34 15,175 122-15,-140 19-1,-618 70 17,194 70-1,371-88 0,158-17-15,124 0-1,0-18 17,70 0-32,0 0 15,1 0 1,-19 17 15,19-17 0,17 18 32,70 0-32,-34-1-15,105 36-1,53-35 17,-141-18-17,70 18 1,1-1-1,281-17 1,-281 0 0,140 18-1,-158-1 1,-18-17 0,-35 18-1,-35-18 1,-18 35-1,-18-17 1,-229 70 0,-158 36-1,105-89 1,88-17 0,159-18-1,18 0 1,17 0-1,1 0-15,-1 0 32,0 0-1,1 0 0,-1 0 266,-17 0-281,17 0-1,-52-18 1,34 0 0,-17 18-1,53-17 1,-17 17-1,17-18 1,17 18 62,72-18-62,-36 18-1,211-53 1,1 18 0,-54-18-1,36 0 1,124 0 0,-283 53-1,247-17 1,-229 17-1,70-18 1,-105 18-16,282 0 16,-283 0-1,-35 0-15,1 0 16,34 0 0,-52 0-16,0 0 15,17 0-15,18 0 31,0 0-15,-36 0 0,1 0-1,0 0 1,-1 0 0,1 0 15,17 0 0,0 53-15,-17-35-1,0-18 1,52 88 15,-52-53-15,17-17-1,18 17 1,-53-17 0,18-18 15,-18 17-15,0 1 15,0 0 31,-18-18 126,0 0-173,-34 0 17,-1 0-17,17 0 1,-17 0 0,36 0-16,-36 0 31,35 0 0,36 0 47,52 0-47,-34 0 1,34 0-1,-52 0-15,0 0 30,-1 0-30,1 0 15,-1 0 1,19 17-1,17 1 0,-36-18-31,19 18 31,-36-1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11.62791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2-05T04:46:17.30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13123 6650 0,'-88'0'187,"18"0"-171,-54-18-1,-88 18 1,177-17 0,-35-1-1,17 0 1,-53 1 0,88-1-16,-17 18 15,-18-18 1,0 1-1,0-1 1,18 18 0,17-18-16,-35 18 31,18-17-15,0-1 15,17 1-16,1 17 1,-1 0 0,-17 0-1,35-18-15,-18 18 16,18-18-16,-35 18 16,17 0-1,0 0 1,18-17-1,-53 17 1,53-18 0,-17 18-1,-1-18 1,-17 1 0,17-1 15,1 0 0,-1 18 16,0 0 15,1 0-30,-19-35-1,19 35-15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11.62791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2-05T04:46:34.02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2399 5397 0,'-35'195'156,"-54"281"-125,54-282-15,17-35 0,18-36 15,0-88-16,0 1 1,0 16 15,-17-16-15,17 52 15,-18 35 0,18-34-15,0 140 15,-17-35-15,-19 159 15,19-300-15,17-18-1,0-17 1,0 34 15,0-34 1,-18-18 46,-17-35-63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11.62791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2-05T04:46:34.99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1182 9155 0,'0'141'141,"0"370"-125,17-35 15,36-158-16,-35-177 1,-18-53 0,0-35 15,0-35-15,-18-18 46,1-18-46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11.62791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2-05T04:46:35.85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1147 11395 0,'0'106'141,"88"705"-110,-71-617-16,1-35 17,0-106-1,-18-36-15,-18-34 30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11.62791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2-05T04:46:36.73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1341 14358 0,'17'141'172,"142"618"-141,-106-583-31,17 212 31,-52-300-15,0-70-16,-18 35 31,0 0 0,0-18-15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11.62791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2-05T04:43:02.49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15099 13106 0,'88'0'235,"300"0"-204,-264 0 0,-71 0-15,-1 0 15,-16 0-15,-19 0 15,19 17 0,-36 1-15,17 0-1,1 52 17,-18-52-17,0 158 1,-18-70 31,18 0-32,0-71 1,0 53 0,0-70-1,0 0 1,0 17-1,0-17-15,0-1 47,-17-17 0,-1 0-31,-17 0-1,-18-17-15,-18-1 16,36 18 0,0-18-16,-36 18 15,-176-17 1,106 17 0,53 0-1,35 0 16,35 0 1,1-18-1,-1 0-15,18 1 30,0-19-14,0-34-1,18-177 0,-18 194-15,17-141-1,-17 176 1,0-35 0,0 36-1,0-1 1,0 0 0,0 1-1,18 17 16,0 0 1,17 0-17,18 0 1,158 0 0,-158 0-1,53 0 1,-35 0-1,-1 0 1,-70 17-16,18-17 31,0 0-15,-1 18 15,-17 0 0,0-1 1,0 1-17,0 17 1,0 18 0,0-35-1,0 35 1,0-36-1,0 36 1,-17-35 15,-1 17 1,0-35-17,-35 36 1,-35-36-1,-71 17 1,142-17 0,-36 0-1,18 0 1,-18 0 0,35 0 15,18 18 31,53-18-15,53 0-31,-71 0-1,106 0 17,-123 0-17,-1 0 1,1 0 0,-36 0 15,1 0-16,-36-18 17,35 1-17,1-1 1,-36 0 15,35 1-15,18-1-1,-18-17 17,-34-18-1,34 0 0,-17 0 0,17 35-15,0 18 0,-35-53 15,53 36-15,-17 17 15,-1-36 0,18 19 0,0-1-15,0 1 31,0-1-32,18 18 1,17-18 0,53-17 15,-52 35-15,34-18 15,18 18 0,0 0 0,-35 18 1,-17 0-17,70-1 16,-36 36 1,-17 35-1,-35 1-15,-18-54 15,0 106 0,0-35-15,0-36 15,0-17 0,0 0 0,0-35-15,0-1 0,0 1 31,0 0-32,-53-1 48,-159 36-32,159-35-15,-159 0-1,89-1 16,52-17 1,54 0-17,-1 0 1,1 0 0,-1 0-1,0-17 16,18-1-15,-17 0 0,17 1-1,-18-1 1,0-17 0,1-53 15,-1 17-16,18 53-15,0-123 32,0 53-17,0 53 1,18-71 0,-1 88-1,-17-17 1,18 0-1,-18 17 1,0 0 0,0 1-1,18 17 1,-18-18 0,17 18-1,1 0 1,17 0 15,0 0-15,18 0-1,-17 0 1,-19 0-16,71 0 16,-70 0-1,35 0 1,-35 0-1,17 0 1,-17 0 0,-1 0-1,-17 18 1,0-1 31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11.62791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2-05T04:47:44.98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14975 5098 0,'265'-18'187,"52"-17"-171,107-53 15,-283 70-15,-35 18-16,158-35 31,-123 35 0,-123 0-31,17 0 32,-17 0-1,0 0-15,-18 17-16,0 36 15,0 71 16,0 17 1,0-88-17,0 52 1,0-16 31,0-54-47,0 18 15,0 0 1,0-18 0,0 36-1,0-54 1,0 1 0,-18-18-1,18 18 16,-35-18-15,-36 17 0,-387 18-1,122-17 1,19 17 0,88-35-1,105 0 1,36 0-1,53 0 1,17 0 0,-17 0-1,17 0 1,18-17 0,0-1 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11.62791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2-05T04:47:49.10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19844 7902 0,'-71'35'172,"1"18"-156,34-17-1,-52 87 1,71-88 0,-36 36-1,53-53-15,-18 35 32,18-1-1,0-34-16,0 0 1,0 17 0,35 18-1,18 0 17,35 17-1,-52-52-16,175 53 1,-52-54 15,-124-17-15,1 0 0,-1 0-1,35-17 1,-70-1-1,36-17 1,-19-1 0,36-69-1,-53-37 17,-17 107-17,-1-35 1,-88-36-1,71 71 1,-106-18 0,-71 0-1,159 53 1,-35 0 0,17 0-1,1 35 1,17 0-1,-35 89 17,88-89-17,-18 0 1,0 1 0,18-1-16,0 53 31,18-53-16,-18-17 1,35 35 0,36 0-1,-36-36 1,1 1 0,16-18-1,231 18 16,-230-36-15,-18 0 0,53-35-1,-53 36 1,-17-1 0,17-17-1,36-141 16,-71 123-31,0-36 16,0 37 0,0-37-1,-71 1 1,18 53 0,-53 17-1,-17 18 1,17 18-1,-17 35 1,-18 17 0,-1 19-1,107-54 1,0 18 0,17-18-1,1 18 1,17 0-1,0 35 1,0-70 0,17 193-1,19-105 1,34 0 0,-17-35-1,18-19 1,17 1-1,-35-53 1,0 18 0,0-18-16,88 0 15,-71-53 1,-35 53-16,1-35 16,52-18-1,-53 35-15,1-35 16,34 0-1,-17 1-15,-35 52 16,35-53 0,17-18-1,-70 18 1,0-35 0,-35 53-1,-18-54 1,-18-16-1,-17 16 1,-18 19 0,-264-54-1,211 107 1,0 17 0,71 35-1,18 0 1,-1 36-1,18 35 1,18-36 0,-18 124-1,53-106 1,35-17 0,-17-18-1,35 0 1,0-18-1,17 0 1,-17-17 0,141 0-1,-106-18 1,1-18 0,-19 0-1,-52 1 1,35-36-1,0 35 1,-18-35 0,35-17-1,-70 52 1,36 0 0,-36 1-1,17-1 1,-17 1-1,0-1 1,0 0 0,0-17 31,0 17 15,0 1-31,0-19-15,0 1 0,-35-35 15,-18 17-16,-53 0 17,-52 0-1,17 106 0,17 141 0,89-106 1,52 0-1,1-70-31,176 52 31,124-70-15,-266 0-1,125-17 1,-1-36 0,-17-18-1,-88 18 17,-71 18-17,17-35 1,-123-142 15,18 159-31,-71-35 16,-423 141-1,-17 194 17,546-177-17,-88 89 1,141-141-1,-18-1 1,18 54 0,0-36-1,0-17 1,35-1-16,-17 1 16,70 17-1,-35-35-15,123 36 16,-140-36-1,-1 0-15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11.62791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2-05T04:48:02.05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13317 7779 0,'265'0'203,"282"0"-172,-36-53 1,-123 0-1,-264 35-31,70 18 15,176-35 17,-246 35-17,-54 0 1,71 0 15,-70 0 0,-53 0-15,17 0 0,0 0 31,18 0-32,-35 18 16,-1-18-15,1 35 0,-18-17-1,35 52 1,18 177 15,-53-212-15,35 106-1,-35-88 17,0-17-1,0-19 0,-70-17 47,35 0-62,-18 18 0,-36 0-1,-175 17 1,140-18-1,-70 19 1,18-19 0,-71 36-1,194-53 1,-53 0 0,0 18-1,-70 0 1,123-18-1,-17 0 1,17 0 0,-71 0-1,107 0 1,-54 0 0,53 0-1,-52 0 1,35 0-1,-18 0 1,35-18 0,-17 18-1,-1-18 1,-16 1 0,-1-19-1,-53-17 1,53 1-1,35 34-15,1 0 16,-89-123 15,88 88-15,0 36 0,1-36-1,-1 35-15,1-35 16,-1 53-1,18-18 1,0 1 0,18-1-1,52-17 1,-52 35 0,123-18-1,459-52 16,-371 70-15,18 0 0,35 17-1,-211-17 1,70 18 0,0 0-1,71-1 1,-177-17-1,35 0 1,-17 0 0,-17 0-1,-1 0 1,0 0 15,-35 18 16,-18-18-31,-281 106-1,-354 123 17,565-194-17,-194 1 1,246-36-1,-52 0 1,35 0 0,-70 0-1,52 0 1,1-36 0,17 36-1,17-17 1,19-1-1,-1 18 1,36 0 31,-1 0-31,1 0-1,211 0 1,-105 18-1,229-1 1,-177 1-16,-88 0 16,212-1-1,-247 1 1,35-18 0,18 0-1,53 0 16,-124 0 1,-17 0-17,-36 0 32,-123 18-31,53-18-1,-159 0 1,-35 0 0,87 0-1,-16-18 1,193 18 0,-17 0-1,17 0 1,54 0 62,-19 0-62,36 35-1,71 0 1,-89-35-1,0 18 1,0 0 0,1-18-1,-19 17 1,1-17 0,0 0 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11.62791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2-05T04:48:12.36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20126 8872 0,'-18'0'172,"-88"-17"-141,36 17-15,17 0-1,18 0-15,-124 0 31,53 0 1,89 0-32,-125 35 31,89 0-15,-17 1-1,35-1 1,-18 18 15,17 0-15,-52 123 15,71-141-31,-36 89 31,35-71-15,18 53 15,18 52 0,17-34 1,18 17-1,17-35 0,36 0 0,-53-89-15,18 36 15,-18-18-15,-36-35-1,36 18 1,0 0 31,-35-18-31,35 17 15,-36-17-16,-52 0 110,-141-70-109,158 52 0,-264-52-1,229 70 1,-88-53 15,106 53-31,-160-53 16,160 53-1,18 0 1,-89 0 0,70 0 15,-16 0-15,-107 70 15,35 1 0,71-1-15,18 1-1,0 88 1,17-53 15,18-71-15,0 106-1,0-35 17,18-71-17,35 53 17,53 18-17,-89-88 1,107 70-1,-36 0 17,-18-35-1,-34-35-15,-19-1-1,19-17 1,-36 18-1,35-18 17,-88 0 93,-106-88-94,106 52-15,-158-87-1,52 35 16,124 70-15,-54-35 0,1 36 31,-35 17-16,35 0-16,35 0 17,17 17-17,-17 18 1,18 1 15,35-19-15,-35 1-1,17 17 1,-35 54 0,36-72-1,-1 18 1,18-17 0,-18 17-1,18 36 1,0-36-1,0 36 1,0 35 15,0-89-15,18 54 0,35 52-1,-35-105 1,17 35-1,-17-18 1,34 53 0,1-17 15,-35-36 0,0-17-15,-1-1-1,1 1 17,0 17-17,-18-17 32,17-18-31,-34 0 93,-19-18-93,36 1-1,-70-19 1,34-17-16,1 36 16,-35-71-1,34 70 1,1-35 0,0 18-1,-71-53 1,88 70-1,-35-35 1,-52-18 0,52 36-1,0 18 1,-18-1 0,36 0-1,-18 1 1,-18 17-1,36 0 1,-18 0 0,-53 17-1,36 19 1,35-19 0,-1 36-1,-17-18 1,36 1-1,-19-1 1,19 0 0,-18 36-1,17-36 1,18-17 0,0-1-1,0 1 1,0 17-1,0 1 1,18-1 0,34 35-1,37 19 1,-72-54 0,54 18-1,-18 0 1,0 0-1,17-18 1,1 35 0,-36-52-1,0 17 1,1-17 0,-1 17-1,-35-17 1,18-18-16,-18 18 15,35 17 1,-18-35-16,-17 17 16,36 19-1,-19-36-15,1 17 32,-18 1-1,-18-36 125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11.62791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2-05T04:48:17.19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15487 12012 0,'-212'18'156,"-105"52"-125,105-70 0,124 0 1,0 18-1,35-18 0,35 0-15,18 18-1,0-1 17,0 1-17,18 17 16,-18 0-15,35 124 0,0-71-1,-17 36 1,17 35 0,-35 105-1,0-70 1,0-53-1,-17-17 1,-1 52 0,18-123-1,-18 0 1,1 0 0,17 17 15,-18-34-16,18-19 1,-18 19 0,18-1-1,0-17 1,0-1 0,0 1-1,0-1 1,0 19 31,18-36-32,0 17 1,-1 1 0,36 17-1,124 18 1,-124-35-1,88 35 1,35-36 0,36 19-1,-159-36 1,35 0 0,0 0-1,-17 0 1,-36 0-1,-17 0 1,52 0 15,-52 0-15,17 0 15,-17 0 32,-18-71-32,17 18-15,-17-53-1,0-211 16,18 158-15,35-352 15,-36 387-15,1 71 0,-18-35 15,0 53-16,0 17 17,0 0-17,0-17 17,-18 0-17,-52-53 16,-177-106 1,194 158-17,-88-69 17,106 87-32,-36-35 31,18 18 0,36 17-31,-36 0 16,0-17 15,-35-18 0,88 36-15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11.62791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2-05T04:48:22.8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15505 13370 0,'0'36'157,"88"175"-142,-53-87 1,106 211-1,36-35 1,69 194 0,-193-406-1,18 71 1,17-18 0,53 53-1,-105-159 1,34 53-1,18 0 1,159 89 0,-159-124-1,89 35 1,-36-35 0,-18-18-1,-105-35-15,17 0 16,1 0-1,-1-18 1,0-17 0,-35 17-16,18-34 15,-18-1 1,-18-36 0,-17-52-1,0 106 1,-1-18-1,19 18 1,-54-36 0,53 54-1,1 17 1,17-18 0,-18 18-1,71 35 32,18 18-31,-36-18-1,53 36 1,18 0 0,17-1-1,-70-52 1,-17-18-1,-19 17 1,1 1 0,0-18-1,-1 0 1,1 0 15,-18 18 16,0 17-31,-35 36-1,-1-19 1,19 19 0,-54 105-1,53-87 1,1-54-1,-1 18 1,18-18 0,0-17 15,-17-18 16,17-18-32,-18-17 1</inkml:trace>
  <inkml:trace contextRef="#ctx0" brushRef="#br0" timeOffset="1501.74">19226 15699 0,'-17'0'94,"-19"0"-78,-246 88-1,53 0 1,17-17-1,89 52 1,35-35 0,35 106-1,17 0 1,36-53 0,18-17-1,70-1 1,0-87-1,18-19 1,53 1 0,-71-18-1,-53 0 1,54-18 0,-36 1-16,70-54 15,-52 0 1,-36 36-16,-17 0 15,17-18 1,-35 35-16,0 1 16,-18-36-1,1 53-15,-19-35 16,-17 17 0,-70 0-1,88 18 1,17 0-1,0 0 17,36-17 15,88-19-16,0 19 0,-18-1 0,0 18 1,-53 0-1,1 18-16,-1 35 1,18 35 15,0 0 1,-36 0-17,36 36 16,-35-107-15,-18 1 0</inkml:trace>
  <inkml:trace contextRef="#ctx0" brushRef="#br0" timeOffset="2382.77">19773 16245 0,'0'18'297,"18"282"-266,-1-159-15,19 88 15,-36-193 0,0-19-15</inkml:trace>
  <inkml:trace contextRef="#ctx0" brushRef="#br0" timeOffset="6138.96">20602 16369 0,'-35'0'219,"0"35"-188,17 0-15,-35 89 15,53-71-16,0 53 17,18-1-1,52-52-15,36 18 15,0-71 0,106-88 0,-124 17 1,18-52-17,-89 105 1,-17-52-1,-17 17 17,-54 0-1,36 53-15,-53 0-1,-18 0 1,18 0 15,70 0-15,0 0 15,18-18 0,0 0 0,71-70 1,35 18-17,35-107 1,-35 71 0,17-35-1,-35 53 1,-52 18-1,-1 17 1,-17 17 0,-1 19-1,-17-1 1,18 18 15,-1 18 0,1 123 1,-18-88-17,35 123 1,-17 1 0,0 87-1,-18-211 1,0 53-1,0-36 1,0 1 0,0-53-1,0-1 1,0 1 0,0-36 62,35-35-47,-35 18-15,70-106-1,-52 106 1,17-1-1,36-16 1,52 34 0,-70 18-1,36 18 1,-37-1 0,-16 18-1,-1 1 1,-17 17-1,-1-18 1,-34 53 0,-19-53-1,-17 18 1,-35 0 0,53-35-1,-18-1 1,0-17-1,18 0 1,0 0 0,17 0-1,0 0 17,18-17 14,53 17-14,0 0-17,-18 0 1,54 0 0,175-53 15,-140 18-16,-71 17 1,52-70 0,-69 35-1,-1 18 1,-17-1 0,-1-52 15,-17 71-16,0-1 1,-53 18 15,36 0-15,-19 0 0,-17 18 15,36-1-16,-1 18 1,1 1 15,17 17 1,35 0-1,-18-36 0,1-17-15,0 0-1,17 0 17,-17 0-17,17-35 16,-35 17-15,18 18 15,-18-17 1,17 17 30,1 35-46,35-17 15,0 17 0,0-18 0,0-17 1,-36 0-32,18-52 15,1-1 1,52-124 15,-88 1-15,-18-53 15,-17 70-15,0 71 15,35 70-15,-36 18 15,36 35-16,-35 212 17,35-18-1,0-176-31,88 212 31,-17-124 0,-53-123-31,34 35 32,-52-36-17</inkml:trace>
  <inkml:trace contextRef="#ctx0" brushRef="#br0" timeOffset="8962.69">23954 16087 0,'0'17'218,"35"19"-202,0 34 0,53 159-1,-70-176 1,0-35-1,-18 17 1,17 1 0,-17-72 46,18 1-46,-18-18-1,53-17 1,17-72 0,1 72-1,-36 35 1,18 17 0,53 18-1,-71 18 1,-17-1-1,35 36 1,-53-18 0,35 1-1,-35-19-15,18 1 16,-18 0 0,17-1-1,-17-34 48,0-1-48,18-17 1,-18-1 0,35-17-1,-17 53 1,0 0-1,17 0 1,18 0 0,-18 18-1,0 17 1,18 18 0,53 88-1,-88-141 1,-18 18-1,17 17 1,1-35 0</inkml:trace>
  <inkml:trace contextRef="#ctx0" brushRef="#br0" timeOffset="9732.78">25277 16387 0,'17'35'204,"18"53"-189,-17-17 1,0-36-1,-1 18 1,1 17 0,0-52 15</inkml:trace>
  <inkml:trace contextRef="#ctx0" brushRef="#br0" timeOffset="10454.61">25294 16016 0</inkml:trace>
  <inkml:trace contextRef="#ctx0" brushRef="#br0" timeOffset="11860.78">25576 16439 0,'53'18'312,"-35"0"-296,70 88 15,-53-71-15,-35-18-16,53 54 31,-35-18 0,0-35 0,-18-54 47,35-34-46,-17 34-32,87-140 31,19 53 0,-89 123-15,-17-18-16,52 18 31,-52 18-15,105 87 15,-87-34-15,-19-18-1,54 70 16,-53-105-31,-18 0 16,17 17 0</inkml:trace>
  <inkml:trace contextRef="#ctx0" brushRef="#br0" timeOffset="13467.24">26670 16069 0,'0'18'344,"0"-1"-329,0 1 17,35 52 358,-35-52-374,18 0 0,17 52-1,-35-52-15,18 53 31,-1-54-15,-17 18 0,0-17-16,18-18 31,-18 18 0</inkml:trace>
  <inkml:trace contextRef="#ctx0" brushRef="#br0" timeOffset="14588.01">26723 15840 0</inkml:trace>
  <inkml:trace contextRef="#ctx0" brushRef="#br0" timeOffset="17789.59">27129 16228 0,'17'53'219,"36"105"-204,-35-87 1,-1 52-1,-17-70 1,18 18 0,-18-53 31,0-36 15,18-35-46,-18 0-1,35-17 1,-35 34 0,71-122-1,-54 140-15,18-35 31,1 18-15,17 17 0,-36 0-16,54 18 31,-1 18 0,-70 0-15,36 35-1,-1 17 1,-17-17 0,-18-35-1,0-1 1,17 1 0,-17 0-1,0-36 32,18-17-31,-18-1-1,18 1 1,-1 0 0,18-18-1,-17 53 1,17-35-1,18 35 1,53 17 0,-88 19-1,17 17 1,18 17 0,53 71-1,-106-88 1,35 0-1,18 0 1,0 0 0,-53-36-1,35-17 1,18 0 0,71 0-1,-89-17 1,35-54-1,-34 18 1,34-17 0,-52 52-16,-18-17 15,0-36 1,0 54 0,-18-54-1,1 36-15,-54 0 31,53 35-15,-52 0 0,52 0-1,-17 17 1,17 1 0,-17 52-1,35-34 1,0 34-1,0-52 1,18 70 0,-1-70-1,-17-1 1,18-17 0,35 0-1,0 0 16,17-88 1,-70 71-17,18-1 1,0 0 0,-1 1-1,1-1 16,-1 18 16,19 35-15,17 1-17,-36-19 1,36 18-1,0 1 1,0-1 0,-53-17-16,18-1 15,-1-17 1,1 0 0</inkml:trace>
  <inkml:trace contextRef="#ctx0" brushRef="#br0" timeOffset="19158.47">19879 17586 0,'106'0'156,"35"0"-140,53 0-16,0 18 16,900-18 15,-847 0-16,211-18 1,953-17 15,-1040 35-15,-160 0 0,671 17 15,-741-17-16,159 0 1,159 18 0,-300-18-1,35 0 1,-36-18 0,19-17-1,-36 17 1,0 1-1,-35-1 1,17 0 0,-70 1-1,-35-1 1,0 18 0,-1 0-1,1 0 1,-18-17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7"/>
          <p:cNvSpPr txBox="1">
            <a:spLocks noGrp="1"/>
          </p:cNvSpPr>
          <p:nvPr>
            <p:ph type="ctrTitle"/>
          </p:nvPr>
        </p:nvSpPr>
        <p:spPr>
          <a:xfrm>
            <a:off x="896984" y="2862738"/>
            <a:ext cx="7238488" cy="1132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5400"/>
              <a:buFont typeface="Arial"/>
              <a:buNone/>
              <a:defRPr sz="54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0" name="Google Shape;1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78377"/>
            <a:ext cx="12192000" cy="6949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title"/>
          </p:nvPr>
        </p:nvSpPr>
        <p:spPr>
          <a:xfrm>
            <a:off x="325290" y="140599"/>
            <a:ext cx="8675019" cy="810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body" idx="1"/>
          </p:nvPr>
        </p:nvSpPr>
        <p:spPr>
          <a:xfrm>
            <a:off x="324009" y="1091730"/>
            <a:ext cx="10515600" cy="494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1F3864"/>
              </a:buClr>
              <a:buSzPts val="2400"/>
              <a:buChar char="•"/>
              <a:defRPr sz="2400">
                <a:solidFill>
                  <a:srgbClr val="1F3864"/>
                </a:solidFill>
              </a:defRPr>
            </a:lvl1pPr>
            <a:lvl2pPr marL="914400" lvl="1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000"/>
              <a:buChar char="•"/>
              <a:defRPr sz="2000">
                <a:solidFill>
                  <a:srgbClr val="888888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Char char="•"/>
              <a:defRPr sz="1800">
                <a:solidFill>
                  <a:srgbClr val="888888"/>
                </a:solidFill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Char char="•"/>
              <a:defRPr sz="1600">
                <a:solidFill>
                  <a:srgbClr val="888888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Char char="•"/>
              <a:defRPr sz="1600"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4" name="Google Shape;14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9429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0"/>
          <p:cNvSpPr txBox="1">
            <a:spLocks noGrp="1"/>
          </p:cNvSpPr>
          <p:nvPr>
            <p:ph type="ctrTitle"/>
          </p:nvPr>
        </p:nvSpPr>
        <p:spPr>
          <a:xfrm>
            <a:off x="896983" y="2862738"/>
            <a:ext cx="9144000" cy="1132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Arial"/>
              <a:buNone/>
              <a:defRPr sz="5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2" name="Google Shape;2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04503"/>
            <a:ext cx="12192000" cy="69755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810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customXml" Target="../ink/ink7.xml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12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customXml" Target="../ink/ink6.xml"/><Relationship Id="rId5" Type="http://schemas.openxmlformats.org/officeDocument/2006/relationships/customXml" Target="../ink/ink3.xml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customXml" Target="../ink/ink5.xml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customXml" Target="../ink/ink13.xml"/><Relationship Id="rId3" Type="http://schemas.openxmlformats.org/officeDocument/2006/relationships/customXml" Target="../ink/ink8.xml"/><Relationship Id="rId7" Type="http://schemas.openxmlformats.org/officeDocument/2006/relationships/customXml" Target="../ink/ink10.xml"/><Relationship Id="rId12" Type="http://schemas.openxmlformats.org/officeDocument/2006/relationships/image" Target="../media/image19.png"/><Relationship Id="rId2" Type="http://schemas.openxmlformats.org/officeDocument/2006/relationships/image" Target="../media/image14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customXml" Target="../ink/ink12.xml"/><Relationship Id="rId5" Type="http://schemas.openxmlformats.org/officeDocument/2006/relationships/customXml" Target="../ink/ink9.xml"/><Relationship Id="rId15" Type="http://schemas.openxmlformats.org/officeDocument/2006/relationships/customXml" Target="../ink/ink14.xml"/><Relationship Id="rId10" Type="http://schemas.openxmlformats.org/officeDocument/2006/relationships/image" Target="../media/image18.png"/><Relationship Id="rId4" Type="http://schemas.openxmlformats.org/officeDocument/2006/relationships/image" Target="../media/image15.png"/><Relationship Id="rId9" Type="http://schemas.openxmlformats.org/officeDocument/2006/relationships/customXml" Target="../ink/ink11.xml"/><Relationship Id="rId1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"/>
          <p:cNvSpPr txBox="1">
            <a:spLocks noGrp="1"/>
          </p:cNvSpPr>
          <p:nvPr>
            <p:ph type="ctrTitle"/>
          </p:nvPr>
        </p:nvSpPr>
        <p:spPr>
          <a:xfrm>
            <a:off x="896984" y="2862738"/>
            <a:ext cx="7238488" cy="1132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5400"/>
              <a:buFont typeface="Arial"/>
              <a:buNone/>
            </a:pPr>
            <a:r>
              <a:rPr lang="en-IN" dirty="0"/>
              <a:t>Multiple Linear Regression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 txBox="1">
            <a:spLocks noGrp="1"/>
          </p:cNvSpPr>
          <p:nvPr>
            <p:ph type="title"/>
          </p:nvPr>
        </p:nvSpPr>
        <p:spPr>
          <a:xfrm>
            <a:off x="325290" y="140599"/>
            <a:ext cx="8675019" cy="810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IN" sz="3600" dirty="0"/>
              <a:t>Multiple Independent Features </a:t>
            </a:r>
            <a:endParaRPr sz="3600" dirty="0"/>
          </a:p>
        </p:txBody>
      </p:sp>
      <p:pic>
        <p:nvPicPr>
          <p:cNvPr id="1026" name="Picture 2" descr="How to Calculate a Multiple Linear Regression using Excel ...">
            <a:extLst>
              <a:ext uri="{FF2B5EF4-FFF2-40B4-BE49-F238E27FC236}">
                <a16:creationId xmlns:a16="http://schemas.microsoft.com/office/drawing/2014/main" id="{1158B58E-8C38-B984-6583-E3D761259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3700" y="1595438"/>
            <a:ext cx="6324600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8BBD5BB-AB51-1A21-BD54-A1E04874FCAA}"/>
                  </a:ext>
                </a:extLst>
              </p14:cNvPr>
              <p14:cNvContentPartPr/>
              <p14:nvPr/>
            </p14:nvContentPartPr>
            <p14:xfrm>
              <a:off x="3206880" y="1619280"/>
              <a:ext cx="4438800" cy="724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8BBD5BB-AB51-1A21-BD54-A1E04874FCA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97520" y="1609920"/>
                <a:ext cx="4457520" cy="743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>
            <a:spLocks noGrp="1"/>
          </p:cNvSpPr>
          <p:nvPr>
            <p:ph type="title"/>
          </p:nvPr>
        </p:nvSpPr>
        <p:spPr>
          <a:xfrm>
            <a:off x="325290" y="140599"/>
            <a:ext cx="8675019" cy="810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IN" dirty="0"/>
              <a:t>Gradient Descent Algorithm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F2A0BF-C1BE-8C67-2419-775C190C6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71" y="1123950"/>
            <a:ext cx="9753600" cy="57340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2CD6C-4DD9-907D-DCD1-B0EB1B144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Weights/Coefficients/Slope </a:t>
            </a:r>
            <a:r>
              <a:rPr lang="en-IN" dirty="0" err="1"/>
              <a:t>updation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CF3531-F381-6F58-4481-F1FE8D4F2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880" y="1364707"/>
            <a:ext cx="9428919" cy="462313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A353E4F-5E96-B82E-D11A-47ED5C106B77}"/>
                  </a:ext>
                </a:extLst>
              </p14:cNvPr>
              <p14:cNvContentPartPr/>
              <p14:nvPr/>
            </p14:nvContentPartPr>
            <p14:xfrm>
              <a:off x="5810400" y="1911240"/>
              <a:ext cx="1409760" cy="5972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A353E4F-5E96-B82E-D11A-47ED5C106B7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94560" y="1847880"/>
                <a:ext cx="1441080" cy="72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BA6E1A6-80D2-36D7-84F7-986A68F98F08}"/>
                  </a:ext>
                </a:extLst>
              </p14:cNvPr>
              <p14:cNvContentPartPr/>
              <p14:nvPr/>
            </p14:nvContentPartPr>
            <p14:xfrm>
              <a:off x="4152960" y="2247840"/>
              <a:ext cx="571680" cy="1465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BA6E1A6-80D2-36D7-84F7-986A68F98F0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37120" y="2184480"/>
                <a:ext cx="60300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0EA1582-9147-0F2D-6272-3A47A88C055F}"/>
                  </a:ext>
                </a:extLst>
              </p14:cNvPr>
              <p14:cNvContentPartPr/>
              <p14:nvPr/>
            </p14:nvContentPartPr>
            <p14:xfrm>
              <a:off x="743040" y="1942920"/>
              <a:ext cx="120960" cy="9212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0EA1582-9147-0F2D-6272-3A47A88C055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27200" y="1879560"/>
                <a:ext cx="152280" cy="10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717A16E-9F5E-3583-7553-AA3CC123A32E}"/>
                  </a:ext>
                </a:extLst>
              </p14:cNvPr>
              <p14:cNvContentPartPr/>
              <p14:nvPr/>
            </p14:nvContentPartPr>
            <p14:xfrm>
              <a:off x="425520" y="3295800"/>
              <a:ext cx="32040" cy="6289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717A16E-9F5E-3583-7553-AA3CC123A32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09680" y="3232440"/>
                <a:ext cx="63360" cy="75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ED884DB-2AF3-12F4-0944-89C5A7B32B75}"/>
                  </a:ext>
                </a:extLst>
              </p14:cNvPr>
              <p14:cNvContentPartPr/>
              <p14:nvPr/>
            </p14:nvContentPartPr>
            <p14:xfrm>
              <a:off x="412920" y="4102200"/>
              <a:ext cx="51120" cy="4827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ED884DB-2AF3-12F4-0944-89C5A7B32B7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97080" y="4038840"/>
                <a:ext cx="82440" cy="60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D5C55E0-A889-4239-F509-CB53335BFE54}"/>
                  </a:ext>
                </a:extLst>
              </p14:cNvPr>
              <p14:cNvContentPartPr/>
              <p14:nvPr/>
            </p14:nvContentPartPr>
            <p14:xfrm>
              <a:off x="482760" y="5168880"/>
              <a:ext cx="120960" cy="6163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D5C55E0-A889-4239-F509-CB53335BFE5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66920" y="5105520"/>
                <a:ext cx="152280" cy="743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51145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5FA36-C57F-BC79-3B0C-42FA1FFE6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1CCB2C-6903-2CDA-C847-78176FE315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Here are the steps in detail:</a:t>
            </a:r>
          </a:p>
          <a:p>
            <a:r>
              <a:rPr lang="en-US" dirty="0"/>
              <a:t>Define a Loss Function: Choose a function (e.g., Mean Squared Error) that quantifies the difference between your model's predictions and the actual target values.</a:t>
            </a:r>
          </a:p>
          <a:p>
            <a:r>
              <a:rPr lang="en-US" dirty="0"/>
              <a:t>Initialize Parameters: Assign random starting values to your model's weights (w) and biases (b).</a:t>
            </a:r>
          </a:p>
          <a:p>
            <a:r>
              <a:rPr lang="en-US" dirty="0"/>
              <a:t>Make Predictions: Pass your input data through the model using the current weights and biases to get predicted outputs.</a:t>
            </a:r>
          </a:p>
          <a:p>
            <a:r>
              <a:rPr lang="en-US" dirty="0"/>
              <a:t>Calculate the Error/Loss: Use the loss function to determine how wrong your predictions were.</a:t>
            </a:r>
          </a:p>
          <a:p>
            <a:r>
              <a:rPr lang="en-US" dirty="0"/>
              <a:t>Compute the Gradient: Calculate the partial derivative (gradient) of the loss function with respect to each parameter (weight and bias). This tells you the direction and steepness of the error's slope.</a:t>
            </a:r>
          </a:p>
          <a:p>
            <a:r>
              <a:rPr lang="en-US" dirty="0"/>
              <a:t>Update Parameters: Adjust the weights and biases by subtracting the gradient multiplied by the learning rate (α) from the current parameter value.</a:t>
            </a:r>
          </a:p>
          <a:p>
            <a:r>
              <a:rPr lang="en-US" dirty="0" err="1"/>
              <a:t>new_parameter</a:t>
            </a:r>
            <a:r>
              <a:rPr lang="en-US" dirty="0"/>
              <a:t> = </a:t>
            </a:r>
            <a:r>
              <a:rPr lang="en-US" dirty="0" err="1"/>
              <a:t>old_parameter</a:t>
            </a:r>
            <a:r>
              <a:rPr lang="en-US" dirty="0"/>
              <a:t> - (</a:t>
            </a:r>
            <a:r>
              <a:rPr lang="en-US" dirty="0" err="1"/>
              <a:t>learning_rate</a:t>
            </a:r>
            <a:r>
              <a:rPr lang="en-US" dirty="0"/>
              <a:t> * gradient)</a:t>
            </a:r>
          </a:p>
          <a:p>
            <a:r>
              <a:rPr lang="en-US" dirty="0"/>
              <a:t>Repeat: Go back to Step 3 and repeat the process (predict, calculate loss, find gradient, update) until the loss stops decreasing significantly or a set number of iterations is reached, indicating convergence.</a:t>
            </a:r>
          </a:p>
          <a:p>
            <a:r>
              <a:rPr lang="en-US" dirty="0"/>
              <a:t>This process effectively "walks" the parameters downhill on the loss function's landscape, finding the minimum point where the error is smallest.</a:t>
            </a:r>
          </a:p>
        </p:txBody>
      </p:sp>
    </p:spTree>
    <p:extLst>
      <p:ext uri="{BB962C8B-B14F-4D97-AF65-F5344CB8AC3E}">
        <p14:creationId xmlns:p14="http://schemas.microsoft.com/office/powerpoint/2010/main" val="1471189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B48E-E8F6-6D0E-ABA1-151467C2F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Gradient Descent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CE1DD5-695A-E98C-08A8-6D9FB336F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075" y="1200150"/>
            <a:ext cx="7181850" cy="44577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777BF87-1AC9-AB40-465C-7496E9E62F0D}"/>
                  </a:ext>
                </a:extLst>
              </p14:cNvPr>
              <p14:cNvContentPartPr/>
              <p14:nvPr/>
            </p14:nvContentPartPr>
            <p14:xfrm>
              <a:off x="5397480" y="4635360"/>
              <a:ext cx="336960" cy="3560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777BF87-1AC9-AB40-465C-7496E9E62F0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81640" y="4572000"/>
                <a:ext cx="368280" cy="48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25CAA84-4901-F5DD-DD16-CBD542EB9B59}"/>
                  </a:ext>
                </a:extLst>
              </p14:cNvPr>
              <p14:cNvContentPartPr/>
              <p14:nvPr/>
            </p14:nvContentPartPr>
            <p14:xfrm>
              <a:off x="5378400" y="1765440"/>
              <a:ext cx="641880" cy="3556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25CAA84-4901-F5DD-DD16-CBD542EB9B5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62560" y="1702080"/>
                <a:ext cx="673200" cy="48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FEBAD98-1A67-4CAA-1103-C905E61B6605}"/>
                  </a:ext>
                </a:extLst>
              </p14:cNvPr>
              <p14:cNvContentPartPr/>
              <p14:nvPr/>
            </p14:nvContentPartPr>
            <p14:xfrm>
              <a:off x="6788160" y="2844720"/>
              <a:ext cx="628920" cy="4258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FEBAD98-1A67-4CAA-1103-C905E61B660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772320" y="2781360"/>
                <a:ext cx="660240" cy="55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EEF9D72-9EE2-A3AC-0404-A34B8866E687}"/>
                  </a:ext>
                </a:extLst>
              </p14:cNvPr>
              <p14:cNvContentPartPr/>
              <p14:nvPr/>
            </p14:nvContentPartPr>
            <p14:xfrm>
              <a:off x="4794120" y="2743200"/>
              <a:ext cx="1124280" cy="324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EEF9D72-9EE2-A3AC-0404-A34B8866E68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778280" y="2679840"/>
                <a:ext cx="1155600" cy="45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20B473A-EF9F-4452-7041-7A349B7B4220}"/>
                  </a:ext>
                </a:extLst>
              </p14:cNvPr>
              <p14:cNvContentPartPr/>
              <p14:nvPr/>
            </p14:nvContentPartPr>
            <p14:xfrm>
              <a:off x="5803920" y="3187800"/>
              <a:ext cx="1441800" cy="14544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20B473A-EF9F-4452-7041-7A349B7B422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788080" y="3124440"/>
                <a:ext cx="1473120" cy="158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B41ADA1-EBFB-21DE-FD09-59F22AB78B57}"/>
                  </a:ext>
                </a:extLst>
              </p14:cNvPr>
              <p14:cNvContentPartPr/>
              <p14:nvPr/>
            </p14:nvContentPartPr>
            <p14:xfrm>
              <a:off x="5219640" y="4324320"/>
              <a:ext cx="546480" cy="8514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B41ADA1-EBFB-21DE-FD09-59F22AB78B5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203800" y="4260960"/>
                <a:ext cx="577800" cy="9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F715B15-BD43-33AB-9CD3-1E2DB5D4E8D9}"/>
                  </a:ext>
                </a:extLst>
              </p14:cNvPr>
              <p14:cNvContentPartPr/>
              <p14:nvPr/>
            </p14:nvContentPartPr>
            <p14:xfrm>
              <a:off x="5581800" y="4813200"/>
              <a:ext cx="4934160" cy="15246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F715B15-BD43-33AB-9CD3-1E2DB5D4E8D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572440" y="4803840"/>
                <a:ext cx="4952880" cy="154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48726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256</Words>
  <Application>Microsoft Office PowerPoint</Application>
  <PresentationFormat>Widescreen</PresentationFormat>
  <Paragraphs>15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Multiple Linear Regression</vt:lpstr>
      <vt:lpstr>Multiple Independent Features </vt:lpstr>
      <vt:lpstr>Gradient Descent Algorithm</vt:lpstr>
      <vt:lpstr>Weights/Coefficients/Slope updation</vt:lpstr>
      <vt:lpstr>PowerPoint Presentation</vt:lpstr>
      <vt:lpstr>Gradient Descent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Kiran Kiran</dc:creator>
  <cp:lastModifiedBy>nk.sindhura@outlook.com</cp:lastModifiedBy>
  <cp:revision>4</cp:revision>
  <dcterms:created xsi:type="dcterms:W3CDTF">2024-08-13T07:46:21Z</dcterms:created>
  <dcterms:modified xsi:type="dcterms:W3CDTF">2026-04-07T05:58:44Z</dcterms:modified>
</cp:coreProperties>
</file>